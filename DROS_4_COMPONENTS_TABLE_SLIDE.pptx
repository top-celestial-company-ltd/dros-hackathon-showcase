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● DROS MICROKERNEL COMPONENTS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4 大關鍵部件的職責與技術實現：6P 涵蓋、底層硬指標與產業痛點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377440"/>
                <a:gridCol w="2103120"/>
                <a:gridCol w="2286000"/>
                <a:gridCol w="2773375"/>
              </a:tblGrid>
              <a:tr h="1024128">
                <a:tc>
                  <a:txBody>
                    <a:bodyPr wrap="square" lIns="109728" rIns="109728" tIns="109728" bIns="109728"/>
                    <a:lstStyle/>
                    <a:p>
                      <a:pPr algn="ctr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t>邊界維度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109728" bIns="109728"/>
                    <a:lstStyle/>
                    <a:p>
                      <a:pPr algn="l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t>🧩 DROS 關鍵部件名稱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109728" bIns="109728"/>
                    <a:lstStyle/>
                    <a:p>
                      <a:pPr algn="l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t>涵蓋的 6P 要素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109728" bIns="109728"/>
                    <a:lstStyle/>
                    <a:p>
                      <a:pPr algn="l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t>底層技術實現與硬指標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109728" bIns="109728"/>
                    <a:lstStyle/>
                    <a:p>
                      <a:pPr algn="l">
                        <a:defRPr sz="1350" b="1">
                          <a:solidFill>
                            <a:srgbClr val="38BDF8"/>
                          </a:solidFill>
                        </a:defRPr>
                      </a:pPr>
                      <a:r>
                        <a:t>解決的產業痛點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24128">
                <a:tc>
                  <a:txBody>
                    <a:bodyPr wrap="square" tIns="91440" bIns="91440"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📥 Ingress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1. Safe Ingress</a:t>
                      </a:r>
                    </a:p>
                    <a:p>
                      <a:pPr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Data Redactor</a:t>
                      </a:r>
                    </a:p>
                    <a:p>
                      <a:pPr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(安全特徵最小化遮蔽器)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P4. Policy Gate</a:t>
                      </a:r>
                    </a:p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(隱私與最小化)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動態正則/NER 遮蔽引擎</a:t>
                      </a:r>
                    </a:p>
                    <a:p>
                      <a:pPr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ZKP-Lite 零知識證明生成器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杜絕機密洩漏：</a:t>
                      </a:r>
                    </a:p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醫療 18 項 PHI、製造 BOM 成本、工廠良率進不來 Agent 大腦。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4128">
                <a:tc>
                  <a:txBody>
                    <a:bodyPr wrap="square" tIns="91440" bIns="91440"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📥 Ingress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2. DIT Token</a:t>
                      </a:r>
                    </a:p>
                    <a:p>
                      <a:pPr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Principal Injector</a:t>
                      </a:r>
                    </a:p>
                    <a:p>
                      <a:pPr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(確定性身分憑證注入器)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P1. Principal (身分綁定)</a:t>
                      </a:r>
                    </a:p>
                    <a:p>
                      <a:pPr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P2. Authorization (權限授權)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Ed25519 密碼學簽名</a:t>
                      </a:r>
                    </a:p>
                    <a:p>
                      <a:pPr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Zero-Heap Capability Bitmaps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杜絕假冒身分：</a:t>
                      </a:r>
                    </a:p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強綁定法人 vLEI、自然人 MyData 與 1:1:1 移工防偽。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4128">
                <a:tc>
                  <a:txBody>
                    <a:bodyPr wrap="square" tIns="91440" bIns="91440"/>
                    <a:lstStyle/>
                    <a:p>
                      <a:pPr algn="ctr">
                        <a:defRPr sz="1300" b="1">
                          <a:solidFill>
                            <a:srgbClr val="C084FC"/>
                          </a:solidFill>
                        </a:defRPr>
                      </a:pPr>
                      <a:r>
                        <a:t>📤 Egress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3. C-ABI In-Band</a:t>
                      </a:r>
                    </a:p>
                    <a:p>
                      <a:pPr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Policy Gate</a:t>
                      </a:r>
                    </a:p>
                    <a:p>
                      <a:pPr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(帶內二進位執行期閘門)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P2. Authorization (範圍比對)</a:t>
                      </a:r>
                    </a:p>
                    <a:p>
                      <a:pPr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P3. Tool Bound (工具硬防線)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26.1 μs 二進位 C 介面呼叫</a:t>
                      </a:r>
                    </a:p>
                    <a:p>
                      <a:pPr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暫存器級位元比對 + 403 熔斷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杜絕越權動作：</a:t>
                      </a:r>
                    </a:p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Agent 被 Prompt Injection 催眠想偷查戶籍/轉帳，在呼叫鏈被物理斷開。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4128">
                <a:tc>
                  <a:txBody>
                    <a:bodyPr wrap="square" tIns="91440" bIns="91440"/>
                    <a:lstStyle/>
                    <a:p>
                      <a:pPr algn="ctr">
                        <a:defRPr sz="1300" b="1">
                          <a:solidFill>
                            <a:srgbClr val="C084FC"/>
                          </a:solidFill>
                        </a:defRPr>
                      </a:pPr>
                      <a:r>
                        <a:t>📤 Egress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4. Merkle Chain &amp;</a:t>
                      </a:r>
                    </a:p>
                    <a:p>
                      <a:pPr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RCU Revocation</a:t>
                      </a:r>
                    </a:p>
                    <a:p>
                      <a:pPr>
                        <a:defRPr sz="1200" b="0">
                          <a:solidFill>
                            <a:srgbClr val="CBD5E1"/>
                          </a:solidFill>
                        </a:defRPr>
                      </a:pPr>
                      <a:r>
                        <a:t>(密碼學存證與秒級撤銷內核)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P5. Audit Log (防篡改日誌)</a:t>
                      </a:r>
                    </a:p>
                    <a:p>
                      <a:pPr>
                        <a:defRPr sz="1200">
                          <a:solidFill>
                            <a:srgbClr val="FBBF24"/>
                          </a:solidFill>
                        </a:defRPr>
                      </a:pPr>
                      <a:r>
                        <a:t>P6. Revocation (即時動態撤銷)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SHA-256 前後哈希鏈結收據</a:t>
                      </a:r>
                    </a:p>
                    <a:p>
                      <a:pPr>
                        <a:defRPr sz="1200">
                          <a:solidFill>
                            <a:srgbClr val="4ADE80"/>
                          </a:solidFill>
                        </a:defRPr>
                      </a:pPr>
                      <a:r>
                        <a:t>• O(1) 常數時間 RCU 原子指針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杜絕無法問責與偷跑：</a:t>
                      </a:r>
                    </a:p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產出具備法庭採信力的 Cert 收據；管理員一鍵凍結權限秒級生效。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