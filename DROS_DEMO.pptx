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TRUSTWORTHY AI HACKATHON 2026  |  FLAGSHIP PRESENTATION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10728655" cy="41148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🏛️ DROS 雙重治理公理（開場核心洞察）</a:t>
            </a:r>
          </a:p>
          <a:p>
            <a:pPr>
              <a:defRPr sz="15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5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P1. Principal (執行主體)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DIT Token 加密身分注入，強綁定法人 vLEI 與自然人 MyData。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4ADE80"/>
                </a:solidFill>
              </a:defRPr>
            </a:pPr>
            <a:r>
              <a:t>P2. Authorization (權限邊界)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Zero-Heap Capability Bitmaps 暫存器權限位元圖，嚴格鎖定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F87171"/>
                </a:solidFill>
              </a:defRPr>
            </a:pPr>
            <a:r>
              <a:t>P3. Tool Bound (工具邊界)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C-ABI 二進位帶內閘門，未授權 Tool Call 物理阻斷無法繞過。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94760"/>
            <a:ext cx="3413455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FBBF24"/>
                </a:solidFill>
              </a:defRPr>
            </a:pPr>
            <a:r>
              <a:t>P4. Policy Gate (執行門閥)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26.1 μs 帶內硬熔斷 + 機密 Redact 遮蔽 + 高風險 HITL 雙簽懸停。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94760"/>
            <a:ext cx="3413455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C084FC"/>
                </a:solidFill>
              </a:defRPr>
            </a:pPr>
            <a:r>
              <a:t>P5. Audit Log (密碼學存證)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SHA-256 Merkle 鏈結防篡改收據，具備不可否認性法庭證據力。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94760"/>
            <a:ext cx="3413455" cy="2286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P6. Revocation (動態撤銷)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O(1) RCU 原子指針常數時間秒級切換，權限凍結立即生效。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CORE ARCHITECTURE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架構的 3 個核心組件：身分注入、帶內閘門與密碼學存證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50" b="1">
                <a:solidFill>
                  <a:srgbClr val="38BDF8"/>
                </a:solidFill>
              </a:defRPr>
            </a:pPr>
            <a:r>
              <a:t>【組件 A】DIT Token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身分憑證注入層 (Principal Injection)</a:t>
            </a:r>
          </a:p>
          <a:p>
            <a:pPr>
              <a:defRPr sz="1000">
                <a:solidFill>
                  <a:srgbClr val="46556E"/>
                </a:solidFill>
              </a:defRPr>
            </a:pPr>
            <a:r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每個 Agent 啟動時自動注入加密身分憑證。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強綁定：「誰 (ID) ＋ 授權做什麼 (Scope) ＋ 到期時間」。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無縫整合法人 vLEI 與自然人 MyData 雙軌。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50" b="1">
                <a:solidFill>
                  <a:srgbClr val="F87171"/>
                </a:solidFill>
              </a:defRPr>
            </a:pPr>
            <a:r>
              <a:t>【組件 B】VEP Policy Gate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帶內策略閘門層 (In-Band Gate)</a:t>
            </a:r>
          </a:p>
          <a:p>
            <a:pPr>
              <a:defRPr sz="1000">
                <a:solidFill>
                  <a:srgbClr val="46556E"/>
                </a:solidFill>
              </a:defRPr>
            </a:pPr>
            <a:r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Agent 呼叫 Tool 時物理上必須先過此 C-ABI 閘門。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未授權動作在 26.1 μs 內硬性熔斷 (HTTP 403)。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高風險動作自動掛起交易，觸發人類雙重簽署 (HITL)。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50" b="1">
                <a:solidFill>
                  <a:srgbClr val="4ADE80"/>
                </a:solidFill>
              </a:defRPr>
            </a:pPr>
            <a:r>
              <a:t>【組件 C】Merkle Audit Chain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不可竄改稽核層 (Cryptographic Trail)</a:t>
            </a:r>
          </a:p>
          <a:p>
            <a:pPr>
              <a:defRPr sz="1000">
                <a:solidFill>
                  <a:srgbClr val="46556E"/>
                </a:solidFill>
              </a:defRPr>
            </a:pPr>
            <a:r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每次放行/熔斷寫入帶 SHA-256 的 Merkle 鏈。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前後雜湊鏈結，竄改失效，產出法庭採信收據。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▶ 支援 O(1) RCU 原子指針秒級動態撤銷與凍結。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THE GOLDEN TRIANGLE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跨產業統一治理核心：DROS「黃金三角形模型」與兩大根本邊界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🔺 黃金三角形定理：AI 是 Detection/Knowledge 引擎，DROS 則是 Execution Governance 底座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「不同產業、不同資料、不同任務，可以完全不同；但只要它們最後都能透過同一個治理三角形安全地進入與離開 execution boundary，DROS 才真正開始像一個 OS，而不是另一套 Toolkit。」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5212080" cy="374903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📥 邊界 ①：Ingress（安全特徵輸入 / 資料最小化）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允許進入 (Allowed)：去識別化特徵向量、碳排係數、ICD-10診斷碼、所得級距試算、ZKP 合規證明。</a:t>
            </a:r>
          </a:p>
          <a:p>
            <a:pPr>
              <a:defRPr sz="1400">
                <a:solidFill>
                  <a:srgbClr val="F87171"/>
                </a:solidFill>
              </a:defRPr>
            </a:pPr>
            <a:r>
              <a:t>• 嚴密隔離 (Forbidden)：核心 BOM 成本良率、身分證帳戶明細、18項 PHI 病歷、完整稅籍。</a:t>
            </a:r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t>👉 對應部件：Safe Ingress Redactor ＋ DIT Injector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743200"/>
            <a:ext cx="5212080" cy="374903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t>📤 邊界 ②：Egress（確定性動作輸出 / C-ABI 硬閘門）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帶內二進位門閥：所有 Tool Call 物理必過 C-ABI，未授權動作在 26.1 μs 內硬熔斷 (HTTP 403)。</a:t>
            </a:r>
          </a:p>
          <a:p>
            <a:pPr>
              <a:defRPr sz="1400">
                <a:solidFill>
                  <a:srgbClr val="4ADE80"/>
                </a:solidFill>
              </a:defRPr>
            </a:pPr>
            <a:r>
              <a:t>• 密碼學存證與撤銷：每次動作寫入 SHA-256 Merkle 鏈，支援 O(1) RCU 原子指針秒級撤銷。</a:t>
            </a:r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t>👉 對應部件：C-ABI In-Band Gate ＋ Merkle &amp; RCU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ACADEMIC &amp; ENGINEERING BASE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技術底座背書：Zenodo 學術三部曲、GitHub 100% 驗證倉與「個人免費授權彩蛋」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Zenodo 國際權威學術論文三部曲</a:t>
            </a:r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t>• 📖 學術導讀指南 (Guide Note)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DOI: 10.5281/zenodo.22114036 (自主 AI 確定性作業基板)</a:t>
            </a:r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t>• 🏛️ Paper 1: DROS-6P 閉環架構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DOI: 10.5281/zenodo.21833970 (六大信任邊界執行期治理)</a:t>
            </a:r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t>• 🏛️ Paper 2: DROS 四層操作系統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DOI: 10.5281/zenodo.22092008 (彌合代理人至執行歸因鴻溝)</a:t>
            </a:r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t>• 🏛️ Paper 3: DROS-PGM 控制平面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DOI: 10.5281/zenodo.21903687 (內核級運行安全與微秒硬熔斷)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50" b="1">
                <a:solidFill>
                  <a:srgbClr val="4ADE80"/>
                </a:solidFill>
              </a:defRPr>
            </a:pPr>
            <a:r>
              <a:t>💻 GitHub 100% 驗證倉 ＆ 🎁 全民安全彩蛋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• 🌐 Hackathon Showcase 展演主倉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t>   github.com/Top-Celestial-Company-Ltd/DROS-Hackathon-Showcase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• 🛡️ DROS-VEP Lite 核心評測倉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t>   github.com/Top-Celestial-Company-Ltd/DROS-VEP-lite (0.001s PASS)</a:t>
            </a:r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t>• 🎁【個人 Free 安全彩蛋】全民基建！</a:t>
            </a:r>
          </a:p>
          <a:p>
            <a:pPr>
              <a:defRPr sz="1250">
                <a:solidFill>
                  <a:srgbClr val="F8FAFC"/>
                </a:solidFill>
              </a:defRPr>
            </a:pPr>
            <a:r>
              <a:t>   NPM 套件: npm install dsh-plugin-vajraclaw</a:t>
            </a:r>
            <a:br/>
            <a:r>
              <a:t>👉 提供「個人非商業永久免費授權」，享 1 微秒帶內硬熔斷保護！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• 🔒 美國臨時專利保護 (Patent Pending)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t>   U.S. Provisional Patent Application No. 64/111,973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CROSS-INDUSTRY MAPPING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一底兜六業：六大產業痛點的 Ingress / Egress 統一機制對照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📥 Ingress: 動態 Redact：隔離 BOM 原料成本/良率，僅輸入碳排係數。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📤 Egress: CBAM 門閥：輸出機密瞬間熔斷，僅放行 ZKP 碳排憑證。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🏭 Track 02 電支 AML 風控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📥 Ingress: 去識別化密態特徵：遮蔽姓名/身分證/帳戶明細，提供圖向量。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📤 Egress: 微秒支付阻斷：洗錢特徵瞬間 C-ABI 懸停，觸發雙簽。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🏭 Track 03 醫療保險理賠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📥 Ingress: 18項 PHI 自動遮蔽：病歷與基因嚴密隔離，輸入診斷碼/金額。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📤 Egress: 保險聯盟鏈對接：越權調閱 26.1μs 硬熔斷，放行出具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🏭 Track 04 政府跨機關代辦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📥 Ingress: 三層代理過濾：事務所 vLEI 僅取所得級距，隔離完整稅籍。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📤 Egress: 代送件越權阻斷：越權調閱戶政瞬間攔截，出具 W3C VC 收據。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t>🏭 Track 05 移工普惠金融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📥 Ingress: 1:1:1 複合身分綁定：護照+居留證+門號為 DIT，隱匿密碼。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📤 Egress: SIM Swap 連鎖凍結：換卡/異常轉帳 O(1) 原子指針秒凍結。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🏭 Track 06 供應鏈 RBA 稽核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📥 Ingress: 選擇性揭露 ZKP-Lite：採購 AI 僅讀合規 TRUE，無法讀薪資。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📤 Egress: 雇主付費存證：物理鎖定採購 Tool，越權即熔斷產出收據。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🌐 現實世界三大信任錨點 (Real-World Trust Anchors)</a:t>
            </a:r>
          </a:p>
          <a:p>
            <a:pPr>
              <a:defRPr sz="1350">
                <a:solidFill>
                  <a:srgbClr val="F8FAFC"/>
                </a:solidFill>
              </a:defRPr>
            </a:pPr>
            <a:r>
              <a:t>• 法人端：GLEIF 國際組織 vLEI 憑證與法定代理人授權鏈 (Mandates)</a:t>
            </a:r>
            <a:br/>
            <a:r>
              <a:t>• 個人端：W3C DID / 數位身分皮夾與使用者自主宣告簽署</a:t>
            </a:r>
            <a:br/>
            <a:r>
              <a:t>• 國家端：數位發展部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35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834640"/>
            <a:ext cx="5212080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35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9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5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5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