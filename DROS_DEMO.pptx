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P1. Principal (執行主體)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DIT Token 加密身分注入，強綁定法人 vLEI 與自然人 MyData。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P2. Authorization (權限邊界)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Zero-Heap Capability Bitmaps 暫存器權限位元圖，嚴格鎖定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87171"/>
                </a:solidFill>
              </a:defRPr>
            </a:pPr>
            <a:r>
              <a:t>P3. Tool Bound (工具邊界)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C-ABI 二進位帶內閘門，未授權 Tool Call 物理阻斷無法繞過。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P4. Policy Gate (執行門閥)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26.1 μs 帶內硬熔斷 + 機密 Redact 遮蔽 + 高風險 HITL 雙簽懸停。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P5. Audit Log (密碼學存證)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SHA-256 Merkle 鏈結防篡改收據，具備不可否認性法庭證據力。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P6. Revocation (動態撤銷)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O(1) RCU 原子指針常數時間秒級切換，權限凍結立即生效。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ABSTRACTION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6P 閉環收斂為兩大根本邊界 ➔ 4 大 DROS 核心微內核部件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Ingress（輸入治理邊界）：資料最小化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①：Safe Ingress Data Redactor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動態正則/NER 遮蔽引擎 + ZKP-Lite 零知識證明門閥。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6P：P4. Policy Gate (隱私與最小化)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徹底隔離 18 項 PHI、BOM 原料成本、工廠良率與薪資帳密。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②：DIT Token Principal Injector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確定性身分憑證注入器，採用 Ed25519 密碼學簽名。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6P：P1. Principal + P2. Authorization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密碼學強綁定法人 vLEI、自然人 MyData 與 1:1:1 移工防偽。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Egress（輸出執行邊界）：確定性門閥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③：C-ABI In-Band Policy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二進位 C-ABI 帶內閘門，暫存器級 Capability Bitmaps 匹配。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6P：P2. Scope 授權 + P3. Tool Bound 攔截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26.1 μs 內硬性熔斷 (HTTP 403)，AI 物理無法繞過。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④：Merkle Chain &amp; RCU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SHA-256 密碼學防篡改存證鏈 + O(1) 原子指針秒級撤銷。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6P：P5. Audit Log + P6.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產出法庭採信收據；管理員一鍵凍結權限秒級生效。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ACADEMIC &amp; VERIFICATION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權威學術三部曲、GitHub 100% 驗證開源倉與專利佈局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🏛️ Zenodo 國際權威學術三部曲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📖 學術導讀指南 (Guide Note)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DOI: 10.5281/zenodo.22114036</a:t>
            </a:r>
            <a:br/>
            <a:r>
              <a:t>面向自主 AI 工作負載的確定性執行期作業基板。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🏛️ Paper 1: DROS-6P 閉環架構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DOI: 10.5281/zenodo.21833970</a:t>
            </a:r>
            <a:br/>
            <a:r>
              <a:t>企業級 AI Agent 六大信任邊界之確定性治理。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🏛️ Paper 2: DROS 四層操作系統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DOI: 10.5281/zenodo.22092008</a:t>
            </a:r>
            <a:br/>
            <a:r>
              <a:t>彌合代理人至執行歸因鴻溝之四層架構。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🏛️ Paper 3: DROS-PGM 控制平面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DOI: 10.5281/zenodo.21903687</a:t>
            </a:r>
            <a:br/>
            <a:r>
              <a:t>內核級運行期安全與微秒硬熔斷控制平面。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t>💻 100% 可重現 GitHub 開源倉與專利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🌐 Hackathon Showcase 展演倉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github.com/Top-Celestial-Company-Ltd/DROS-Hackathon-Showcase</a:t>
            </a:r>
            <a:br/>
            <a:r>
              <a:t>內含多軌互動發射台、REST API 與 6 大賽道對照。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DROS-VEP Lite 核心評測倉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github.com/Top-Celestial-Company-Ltd/DROS-VEP-lite</a:t>
            </a:r>
            <a:br/>
            <a:r>
              <a:t>零依賴 TDD 測試套件 (0.001s ALL 5 PASSED)。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📦 NPM 開源外掛生態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npm install dsh-plugin-vajraclaw</a:t>
            </a:r>
            <a:br/>
            <a:r>
              <a:t>為社群開發者提供零依賴 1 微秒硬熔斷外掛。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🔒 美國臨時專利保護 (Patent Pending)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U.S. Provisional Patent Application No. 64/111,973</a:t>
            </a:r>
            <a:br/>
            <a:r>
              <a:t>保護執行期帶內確定性治理與微秒熔斷核心架構。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