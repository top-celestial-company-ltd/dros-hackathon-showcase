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TRUSTWORTHY AI HACKATHON 2026  |  FLAGSHIP PRESENTATION</a:t>
            </a:r>
          </a:p>
          <a:p>
            <a:pPr>
              <a:defRPr sz="3000" b="1">
                <a:solidFill>
                  <a:srgbClr val="F8FAFC"/>
                </a:solidFill>
              </a:defRPr>
            </a:pPr>
            <a:r>
              <a:t>DROS: Deterministic Runtime Operating System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針對 AI Agent 執行期的確定性治理作業系統微內核 (C-ABI 帶內硬防禦)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0728655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🏛️ DROS 雙重治理公理（開場核心洞察）</a:t>
            </a:r>
          </a:p>
          <a:p>
            <a:pPr>
              <a:defRPr sz="1300" b="1">
                <a:solidFill>
                  <a:srgbClr val="4ADE80"/>
                </a:solidFill>
              </a:defRPr>
            </a:pPr>
            <a:r>
              <a:t>定理一（前提與海闊天空）：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「治理是前提，而不是補丁。唯有在系統底層先完成確定性的執行閉環，再去對接應用層；才能在守住安全底線的同時，讓整個 AI 應用層真正海闊天空！」</a:t>
            </a:r>
          </a:p>
          <a:p>
            <a:pPr>
              <a:defRPr sz="1300" b="1">
                <a:solidFill>
                  <a:srgbClr val="C084FC"/>
                </a:solidFill>
              </a:defRPr>
            </a:pPr>
            <a:r>
              <a:t>定理二（海量與高頻存活）：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「治理的對象是 Agent。面對每秒數萬次的高頻 Tool Call 與海量代理併發，治理機制自己必須先能以微秒級延遲（26.1 μs）、零記憶體開銷存活下來，這更是確定性治理的第一前提。」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6-PILLARS FRAMEWORK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DROS 確定性 6P 治理閉環：從身分注入到動態撤銷的全生命週期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13455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P1. Principal (執行主體)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DIT Token 加密身分注入，強綁定法人 vLEI 與自然人 MyData。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413455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P2. Authorization (權限邊界)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Zero-Heap Capability Bitmaps 暫存器權限位元圖，嚴格鎖定 Scope。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413455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P3. Tool Bound (工具邊界)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C-ABI 二進位帶內閘門，未授權 Tool Call 物理阻斷無法繞過。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3413455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P4. Policy Gate (執行門閥)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26.1 μs 帶內硬熔斷 + 機密 Redact 遮蔽 + 高風險 HITL 雙簽懸停。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749039"/>
            <a:ext cx="3413455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P5. Audit Log (密碼學存證)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SHA-256 Merkle 鏈結防篡改收據，具備不可否認性法庭證據力。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749039"/>
            <a:ext cx="3413455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P6. Revocation (動態撤銷)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O(1) RCU 原子指針常數時間秒級切換，權限凍結立即生效。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ARCHITECTURE ABSTRACTION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6P 閉環收斂為兩大根本邊界 ➔ 4 大 DROS 核心微內核部件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📥 Ingress（輸入治理邊界）：資料最小化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🧩 部件 ①：Safe Ingress Data Redactor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動態正則/NER 遮蔽引擎 + ZKP-Lite 零知識證明門閥。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🛡️ 涵蓋 6P：P4. Policy Gate (隱私與最小化)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徹底隔離 18 項 PHI、BOM 原料成本、工廠良率與薪資帳密。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🧩 部件 ②：DIT Token Principal Injector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確定性身分憑證注入器，採用 Ed25519 密碼學簽名。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🛡️ 涵蓋 6P：P1. Principal + P2. Authorization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密碼學強綁定法人 vLEI、自然人 MyData 與 1:1:1 移工防偽。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500" b="1">
                <a:solidFill>
                  <a:srgbClr val="C084FC"/>
                </a:solidFill>
              </a:defRPr>
            </a:pPr>
            <a:r>
              <a:t>📤 Egress（輸出執行邊界）：確定性門閥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🧩 部件 ③：C-ABI In-Band Policy Gate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二進位 C-ABI 帶內閘門，暫存器級 Capability Bitmaps 匹配。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🛡️ 涵蓋 6P：P2. Scope 授權 + P3. Tool Bound 攔截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26.1 μs 內硬性熔斷 (HTTP 403)，AI 物理無法繞過。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🧩 部件 ④：Merkle Chain &amp; RCU Revocation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SHA-256 密碼學防篡改存證鏈 + O(1) 原子指針秒級撤銷。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🛡️ 涵蓋 6P：P5. Audit Log + P6. Revocation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產出法庭採信收據；管理員一鍵凍結權限秒級生效。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ACADEMIC &amp; ENGINEERING BASE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技術底座背書：Zenodo 學術三部曲、GitHub 100% 驗證倉與專利佈局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🏛️ Zenodo 國際權威學術論文三部曲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📖 學術導讀指南 (Guide Note)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DOI: 10.5281/zenodo.22114036</a:t>
            </a:r>
            <a:br/>
            <a:r>
              <a:t>面向自主 AI 工作負載的確定性執行期作業基板。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🏛️ Paper 1: DROS-6P 閉環架構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DOI: 10.5281/zenodo.21833970</a:t>
            </a:r>
            <a:br/>
            <a:r>
              <a:t>企業級 AI Agent 六大信任邊界之確定性治理。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🏛️ Paper 2: DROS 四層操作系統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DOI: 10.5281/zenodo.22092008</a:t>
            </a:r>
            <a:br/>
            <a:r>
              <a:t>彌合代理人至執行歸因鴻溝之四層架構。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🏛️ Paper 3: DROS-PGM 控制平面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DOI: 10.5281/zenodo.21903687</a:t>
            </a:r>
            <a:br/>
            <a:r>
              <a:t>內核級運行期安全與微秒硬熔斷控制平面。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💻 GitHub 100% 驗證開源倉與專利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🌐 Hackathon Showcase 展演倉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github.com/Top-Celestial-Company-Ltd/DROS-Hackathon-Showcase</a:t>
            </a:r>
            <a:br/>
            <a:r>
              <a:t>內含多軌互動發射台、REST API 與 6 大賽道對照。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🛡️ DROS-VEP Lite 核心評測倉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github.com/Top-Celestial-Company-Ltd/DROS-VEP-lite</a:t>
            </a:r>
            <a:br/>
            <a:r>
              <a:t>零依賴 TDD 測試套件 (0.001s ALL 5 PASSED)。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📦 NPM 開源外掛生態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npm install dsh-plugin-vajraclaw</a:t>
            </a:r>
            <a:br/>
            <a:r>
              <a:t>為社群開發者提供零依賴 1 微秒硬熔斷外掛。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🔒 美國臨時專利保護 (Patent Pending)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U.S. Provisional Patent Application No. 64/111,973</a:t>
            </a:r>
            <a:br/>
            <a:r>
              <a:t>保護執行期帶內確定性治理與微秒熔斷核心架構。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CROSS-INDUSTRY MAPPING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一底兜六業：六大產業痛點的 Ingress / Egress 統一機制對照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🏭 Track 01 製造碳護照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📥 Ingress: 動態 Redact：隔離 BOM 原料成本/良率，僅輸入碳排係數。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📤 Egress: CBAM 門閥：輸出機密瞬間熔斷，僅放行 ZKP 碳排憑證。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🏭 Track 02 電支 AML 風控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📥 Ingress: 去識別化密態特徵：遮蔽姓名/身分證/帳戶明細，提供圖向量。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📤 Egress: 微秒支付阻斷：洗錢特徵瞬間 C-ABI 懸停，觸發雙簽。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200" b="1">
                <a:solidFill>
                  <a:srgbClr val="F87171"/>
                </a:solidFill>
              </a:defRPr>
            </a:pPr>
            <a:r>
              <a:t>🏭 Track 03 醫療保險理賠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📥 Ingress: 18項 PHI 自動遮蔽：病歷與基因嚴密隔離，輸入診斷碼/金額。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📤 Egress: 保險聯盟鏈對接：越權調閱 26.1μs 硬熔斷，放行出具 Merkle。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97180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🏭 Track 04 政府跨機關代辦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📥 Ingress: 三層代理過濾：事務所 vLEI 僅取所得級距，隔離完整稅籍。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📤 Egress: 代送件越權阻斷：越權調閱戶政瞬間攔截，出具 W3C VC 收據。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🏭 Track 05 移工普惠金融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📥 Ingress: 1:1:1 複合身分綁定：護照+居留證+門號為 DIT，隱匿密碼。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📤 Egress: SIM Swap 連鎖凍結：換卡/異常轉帳 O(1) 原子指針秒凍結。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66344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🏭 Track 06 供應鏈 RBA 稽核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📥 Ingress: 選擇性揭露 ZKP-Lite：採購 AI 僅讀合規 TRUE，無法讀薪資。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📤 Egress: 雇主付費存證：物理鎖定採購 Tool，越權即熔斷產出收據。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ARCHITECTURE MAP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OpenShip × Multi-VEP 全景技術架構與現實信任接軌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🌐 現實世界三大信任錨點 (Real-World Trust Anchors)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法人端：GLEIF 國際組織 vLEI 憑證與法定代理人授權鏈 (Mandates)</a:t>
            </a:r>
            <a:br/>
            <a:r>
              <a:t>• 個人端：W3C DID / 數位身分皮夾與使用者自主宣告簽署</a:t>
            </a:r>
            <a:br/>
            <a:r>
              <a:t>• 國家端：數位發展部 MyData / FIDO 雙軌整合與法庭可採信證據邊界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52120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🏥 醫療 VEP (Track 03 MediGuard)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18項 PHI 敏感個資動態 Redact 遮蔽</a:t>
            </a:r>
            <a:br/>
            <a:r>
              <a:t>• 精準對接壽險公會理賠聯盟鏈</a:t>
            </a:r>
            <a:br/>
            <a:r>
              <a:t>• 越權調閱病歷 ➔ 26.1 μs 帶內硬熔斷</a:t>
            </a:r>
            <a:br/>
            <a:r>
              <a:t>• SHA-256 Merkle 收據 + O(1) 立即撤銷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2834640"/>
            <a:ext cx="52120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🏛️ 政府 VEP (Track 04 GovProxy)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自然人 MyData + 事務所 vLEI 雙軌授權</a:t>
            </a:r>
            <a:br/>
            <a:r>
              <a:t>• 三層邊界：代查所得放行 / 稅籍隔離</a:t>
            </a:r>
            <a:br/>
            <a:r>
              <a:t>• 越權調閱全戶日誌 ➔ 瞬間拋出 HTTP 403</a:t>
            </a:r>
            <a:br/>
            <a:r>
              <a:t>• W3C 可驗證憑證 (VC) + 代理一鍵廢止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LIVE DEMONSTRATION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實機錄影演示：雙題目 90 秒確定性攻防與 6P 閉環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800" b="1">
                <a:solidFill>
                  <a:srgbClr val="F87171"/>
                </a:solidFill>
              </a:defRPr>
            </a:pPr>
            <a:r>
              <a:t>🎥 【90 秒實機操作錄影播放區 (Live Demo Video)】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▶ [00:00 - 00:15] OpenShip 主控發射台遙測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展示 Multi-VEP 跨機構星系圖，實時遙測穩定於 26.1 μs In-Band。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▶ [00:15 - 00:50] Track 03: 醫療保險 MediGuard VEP (按3個鈕)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▶ 一鍵合規理賠 (18項PHI遮蔽) ➔ 💥 模擬越獄 (26.1μs硬熔斷) ➔ 📜 Merkle收據 + O(1) 撤銷。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▶ [00:50 - 01:25] Track 04: 政府跨機關代辦 GovProxy VEP (按3個鈕)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▶ 跨機關合規代辦 (MyData+vLEI) ➔ 💥 越權調閱全戶日誌 (HTTP 403熔斷) ➔ 📜 W3C憑證 + 廢止代理。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▶ [01:25 - 01:30] 終端機極速單元測試驗證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執行 python test_verification_suite.py ➔ 0.001 秒 5/5 斷言全數通過！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CONCLUSION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範式轉移：從 Application Toolkit 到 Agent Operating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🏆 DROS: 讓治理成為底座，讓 AI 應用海闊天空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▶ 我們不是再做一個 Agent，也不是再做一套應用層安全工具。</a:t>
            </a:r>
          </a:p>
          <a:p>
            <a:pPr>
              <a:defRPr sz="1400" b="0">
                <a:solidFill>
                  <a:srgbClr val="4ADE80"/>
                </a:solidFill>
              </a:defRPr>
            </a:pPr>
            <a:r>
              <a:t>▶ 我們做的是把 Agent Governance 從每個應用都必須重新解決的問題，收斂成一個共享的 Execution Infrastructure。</a:t>
            </a:r>
          </a:p>
          <a:p>
            <a:pPr>
              <a:defRPr sz="1400" b="0">
                <a:solidFill>
                  <a:srgbClr val="FBBF24"/>
                </a:solidFill>
              </a:defRPr>
            </a:pPr>
            <a:r>
              <a:t>▶ 讓開發者專注於：「Agent 要完成什麼」；而不是每一次都重新思考：「Agent 做錯了，我怎麼阻止它」。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▶ 「治理是前提，而不是補丁；唯有底層確定性閉環，面對海量高頻穩健存活，上層應用才真正海闊天空！」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